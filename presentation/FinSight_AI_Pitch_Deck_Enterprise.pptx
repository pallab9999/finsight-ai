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AI2B HACKATHON 2026 • COMMERCIAL CREDIT &amp; CAPITAL READINESS</a:t>
            </a:r>
          </a:p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</a:defRPr>
            </a:pPr>
            <a:r>
              <a:t>FinSight AI</a:t>
            </a:r>
          </a:p>
          <a:p>
            <a:pPr>
              <a:spcAft>
                <a:spcPts val="2000"/>
              </a:spcAft>
              <a:defRPr sz="2400">
                <a:solidFill>
                  <a:srgbClr val="38BDF8"/>
                </a:solidFill>
              </a:defRPr>
            </a:pPr>
            <a:r>
              <a:t>The Autonomous Credit &amp; Capital Readiness Engine for SMEs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Empowering European SMEs to unlock optimal bank financing:</a:t>
            </a:r>
            <a:br/>
            <a:r>
              <a:t>Turning historical balance sheets, central bank benchmarks, and ESG audits into a certified credit dossier in 14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32720" cy="822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4406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TEAM: Loop Troops  |  PROVING CASE: EcoTex Milano (€750k Green Loan)  |  TECH: DuckDB + Python 3.11 +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MARKET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40% of Sound SMEs Face Rejection or Rate Spikes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SMEs apply to banks blindfolded, triggering delays, covenant breaches, and mispriced loans.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INFORMATION ASYMMETRY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Borrowing in the Dark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SMEs have no visibility into how credit algorithms evaluate their risk.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They apply without benchmarking against regional default data.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No tool to simulate debt limits before formal application.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Leads to preventable rejections and higher interest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LATENCY PENALTY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The 3-Week Bureaucratic Black Hole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Assembling financial reports and ESG proof takes weeks of manual work.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Bank underwriters manually re-key accounting data into spreadsheets.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Capex machinery investments stall, delaying business growth.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Competitors seize market opportunities while loans sit in underwriting.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ESG MONETIZATION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Unrewarded Sustainability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SMEs invest in decarbonization and energy efficiency without proof.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Banks fail to recognize green capex due to lack of verifiable data.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Companies miss subsidized loan rates and regional transition grants.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Tens of thousands in interest savings left on the table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PROPRIETARY MECHANISM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4-Stage Architecture: In-Memory, Deterministic, Auditable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Zero mathematical hallucination: combining high-speed analytics with evidence-based AI 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 / IN-MEMORY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DuckDB 1.0 (Live OLAP)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High-performance columnar SQL engine.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Dynamic drag-and-drop ingestion of CSV &amp; PDF balance sheets.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Sub-second parsing directly in RAM.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Total data sovereignty: financial records remain local with zero cloud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/ PUBLIC DATA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Banca d'Italia &amp; OpenData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Real-time integration of central bank provincial credit default rates (Milan NPL: 1.82%).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Dynamic sync with Open Data Lombardia sector growth (+4.1% YoY).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Transforms local macroeconomic context into rate bargaining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/ DETERMINISTIC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Python 3.11 &amp; Pydantic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Mathematical computation of DSCR (2.96x base), Net Debt/EBITDA, and Quick Ratios.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Bank-grade credit scoring rules executed via hard-coded formulas.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Golden Rule: The LLM is NEVER the financial calculator.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011680"/>
            <a:ext cx="25603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48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 / ENTERPRISE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060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Multi-Tenant &amp; Streamlit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Role-based authentication (SME CFO vs Accounting Advisor).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Multi-client portfolio management for corporate accountants.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Semantic vector extraction of ESG audit disclosures.</a:t>
            </a:r>
          </a:p>
          <a:p>
            <a:pPr>
              <a:spcAft>
                <a:spcPts val="500"/>
              </a:spcAft>
              <a:defRPr sz="1150">
                <a:solidFill>
                  <a:srgbClr val="94A3B8"/>
                </a:solidFill>
              </a:defRPr>
            </a:pPr>
            <a:r>
              <a:t>• Enterprise terminal delivering certified dossiers in 14s.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EcoTex Milano: Live Ingestion &amp; Pre-Underwriting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Drag-and-drop balance sheet into DuckDB, instant scoring, and stress-testing loan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FINANCIAL HEALTH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95 / 100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Prime Solvency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ESG ALIGNMENT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95 / 100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Top Decile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TERRITORIAL RISK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1.82%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Milan Default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920240"/>
            <a:ext cx="256032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BANKABILITY OUTCOME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APPROVE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5.15% Prime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LIVE INGESTION &amp; WHAT-IF STRESS TESTING (€750K VS €1.0M TIPPING POINT)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LIVE DUCKDB INGESTION: Balance sheet parsed in RAM in 0.3s; SHA-256 cryptographic proof generated.</a:t>
            </a:r>
          </a:p>
          <a:p>
            <a:pPr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OPTIMAL BASE (€750k): DSCR 2.96x | Health 95/100 | Pre-Approved at prime 5.15% fixed + 15% grant.</a:t>
            </a:r>
          </a:p>
          <a:p>
            <a:pPr>
              <a:spcAft>
                <a:spcPts val="600"/>
              </a:spcAft>
              <a:defRPr sz="1250" b="1">
                <a:solidFill>
                  <a:srgbClr val="F59E0B"/>
                </a:solidFill>
              </a:defRPr>
            </a:pPr>
            <a:r>
              <a:t>STRESS SCENARIO (€1.0M+): DSCR compresses to 1.35x | Financial Score drops to 74 | REVIEW triggered.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ACTIONABLE CFO GUIDANCE: Avoid €1.0M debt directly. Structure as €750k loan + €250k regional decarbonization grant to retain prime pricing and guarantee 100%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COMMERCIAL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Business Model: High Margin, Low CAC, Self-Funding Value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Transparent pricing for SMEs with highly profitable B2B2C accounting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PRICING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Freemium + Success Fee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Free Bankability Scan: Instant diagnostic to attract SMEs at zero cost.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Success Fee / Dossier Certification: 0.5% - 1.0% paid only upon loan funding.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Average transaction revenue: €3,500 - €7,500 per funded loan dossier.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Pure ROI for the SME: Unlocked interest discount pays for the service 3x 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SCALABLE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B2B2C Accountant Flywheel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120,000 corporate accounting firms in Italy manage SME financing.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FinSight provides a white-label 'Credit Readiness Portal' to accountants.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1 accounting partner = 25+ SME loan dossiers annually.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Slashes customer acquisition cost (CAC) to under €250 per company.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UNIT 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Proven Capital Efficiency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Target Deal Size: €500,000 - €1,500,000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Average Revenue per Deal: €5,000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Customer Acquisition Cost (CAC): €250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LTV / CAC Ratio: 20x+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Cash-generative from pilot phase without heavy working capital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Execution Plan: From Pilot to Enterprise SME Gateway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 focused 3-step operational rollout driving rapid regional 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1 / 30-DAY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Regional Industry Rollout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Deploy with 5 pilot manufacturing accounting firms in Lombardia.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Benchmark 50 live SME equipment loan dossiers.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Validate €25M in requested facility volume with partner regional banks.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Metric: 100% dossier approval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2 / 90-DAY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Multi-Lender Marketplace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Expand distribution via regional industrial associations (Confindustria).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Onboard 15 digital credit funds &amp; commercial banks to compete for deals.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Launch automated regional green grant matching module.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Target: €100M originated facility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3 / 12-MONTH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The Corporate Capital Gateway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Expand from debt origination to continuous SME treasury intelligence.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Automated covenant monitoring and working capital optimization.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The definitive financial operating system for European SME capital.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Pan-European expansion into DACH and France.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